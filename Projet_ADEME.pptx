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82" r:id="rId4"/>
    <p:sldId id="284" r:id="rId5"/>
    <p:sldId id="283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65E73D-1234-AA4F-85FF-B78E84B5C4B3}" type="doc">
      <dgm:prSet loTypeId="urn:microsoft.com/office/officeart/2005/8/layout/vList2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fr-FR"/>
        </a:p>
      </dgm:t>
    </dgm:pt>
    <dgm:pt modelId="{F7B42ADF-64ED-3840-8752-86361041E9B4}">
      <dgm:prSet phldrT="[Texte]" custT="1"/>
      <dgm:spPr/>
      <dgm:t>
        <a:bodyPr/>
        <a:lstStyle/>
        <a:p>
          <a:pPr algn="l" rtl="0"/>
          <a:r>
            <a:rPr lang="fr-FR" sz="2000" b="1" dirty="0">
              <a:solidFill>
                <a:srgbClr val="FFC000"/>
              </a:solidFill>
              <a:latin typeface="Arial Black"/>
              <a:cs typeface="Times New Roman"/>
            </a:rPr>
            <a:t>I.</a:t>
          </a:r>
          <a:r>
            <a:rPr lang="fr-FR" sz="2000" b="1" dirty="0">
              <a:latin typeface="Arial Black"/>
              <a:cs typeface="Times New Roman"/>
            </a:rPr>
            <a:t>  </a:t>
          </a:r>
          <a:r>
            <a:rPr lang="fr-FR" sz="1600" b="1" dirty="0">
              <a:latin typeface="Arial Black"/>
              <a:cs typeface="Times New Roman"/>
            </a:rPr>
            <a:t>Introduction</a:t>
          </a:r>
          <a:endParaRPr lang="fr-FR" sz="1600" dirty="0">
            <a:solidFill>
              <a:schemeClr val="tx1"/>
            </a:solidFill>
          </a:endParaRPr>
        </a:p>
      </dgm:t>
    </dgm:pt>
    <dgm:pt modelId="{806519B0-F193-5445-AF42-3C3A94D27C7A}" type="parTrans" cxnId="{7740487C-3B00-EA4C-BC96-14A08B52577F}">
      <dgm:prSet/>
      <dgm:spPr/>
      <dgm:t>
        <a:bodyPr/>
        <a:lstStyle/>
        <a:p>
          <a:pPr algn="l"/>
          <a:endParaRPr lang="fr-FR" sz="1000"/>
        </a:p>
      </dgm:t>
    </dgm:pt>
    <dgm:pt modelId="{9EBAEAB7-DC5C-B144-B1BF-C0A2F7EEAE82}" type="sibTrans" cxnId="{7740487C-3B00-EA4C-BC96-14A08B52577F}">
      <dgm:prSet/>
      <dgm:spPr/>
      <dgm:t>
        <a:bodyPr/>
        <a:lstStyle/>
        <a:p>
          <a:pPr algn="l"/>
          <a:endParaRPr lang="fr-FR" sz="1000"/>
        </a:p>
      </dgm:t>
    </dgm:pt>
    <dgm:pt modelId="{5FA25195-5B27-5E45-880B-60225F2594AC}">
      <dgm:prSet phldrT="[Texte]" custT="1"/>
      <dgm:spPr/>
      <dgm:t>
        <a:bodyPr/>
        <a:lstStyle/>
        <a:p>
          <a:pPr algn="l" rtl="0"/>
          <a:r>
            <a:rPr lang="fr-FR" sz="2000" b="1" dirty="0">
              <a:solidFill>
                <a:srgbClr val="FFC000"/>
              </a:solidFill>
              <a:latin typeface="Arial Black"/>
              <a:cs typeface="Times New Roman"/>
            </a:rPr>
            <a:t>II.</a:t>
          </a:r>
          <a:r>
            <a:rPr lang="fr-FR" sz="2000" b="1" dirty="0">
              <a:solidFill>
                <a:srgbClr val="FFC000"/>
              </a:solidFill>
              <a:latin typeface="Arial Black" panose="020B0A04020102020204" pitchFamily="34" charset="0"/>
              <a:cs typeface="Times New Roman"/>
            </a:rPr>
            <a:t> </a:t>
          </a:r>
          <a:r>
            <a:rPr lang="fr-FR" sz="1600" b="0" i="0" dirty="0">
              <a:solidFill>
                <a:srgbClr val="000000"/>
              </a:solidFill>
              <a:effectLst/>
              <a:latin typeface="Arial Black" panose="020B0A04020102020204" pitchFamily="34" charset="0"/>
            </a:rPr>
            <a:t>Définir une modélisation mathématique claire et rigoureuse du problème.</a:t>
          </a:r>
          <a:r>
            <a:rPr lang="fr-FR" sz="1600" b="1" dirty="0">
              <a:solidFill>
                <a:srgbClr val="FFC000"/>
              </a:solidFill>
              <a:latin typeface="Arial Black" panose="020B0A04020102020204" pitchFamily="34" charset="0"/>
              <a:cs typeface="Times New Roman"/>
            </a:rPr>
            <a:t> </a:t>
          </a:r>
          <a:endParaRPr lang="fr-FR" sz="1600" dirty="0">
            <a:solidFill>
              <a:schemeClr val="tx1"/>
            </a:solidFill>
            <a:latin typeface="Arial Black" panose="020B0A04020102020204" pitchFamily="34" charset="0"/>
            <a:cs typeface="Times New Roman"/>
          </a:endParaRPr>
        </a:p>
      </dgm:t>
    </dgm:pt>
    <dgm:pt modelId="{14D05D91-7E86-C644-814D-7AEF9DA81701}" type="parTrans" cxnId="{7F2BA2A5-16C8-5141-AFA7-0A77D662D5CE}">
      <dgm:prSet/>
      <dgm:spPr/>
      <dgm:t>
        <a:bodyPr/>
        <a:lstStyle/>
        <a:p>
          <a:pPr algn="l"/>
          <a:endParaRPr lang="fr-FR" sz="1000"/>
        </a:p>
      </dgm:t>
    </dgm:pt>
    <dgm:pt modelId="{D2DD7808-C52F-5A40-AE17-DBC0DECE4BDD}" type="sibTrans" cxnId="{7F2BA2A5-16C8-5141-AFA7-0A77D662D5CE}">
      <dgm:prSet/>
      <dgm:spPr/>
      <dgm:t>
        <a:bodyPr/>
        <a:lstStyle/>
        <a:p>
          <a:pPr algn="l"/>
          <a:endParaRPr lang="fr-FR" sz="1000"/>
        </a:p>
      </dgm:t>
    </dgm:pt>
    <dgm:pt modelId="{B3A5E52F-C4AA-40C4-98B5-6AE77AF1E8F8}">
      <dgm:prSet phldrT="[Texte]" custT="1"/>
      <dgm:spPr/>
      <dgm:t>
        <a:bodyPr/>
        <a:lstStyle/>
        <a:p>
          <a:pPr algn="l" rtl="0"/>
          <a:r>
            <a:rPr lang="fr-FR" sz="2000" b="1" dirty="0">
              <a:solidFill>
                <a:srgbClr val="FFC000"/>
              </a:solidFill>
              <a:latin typeface="Arial Black"/>
              <a:cs typeface="Times New Roman"/>
            </a:rPr>
            <a:t>III.</a:t>
          </a:r>
          <a:r>
            <a:rPr lang="fr-FR" sz="2000" b="0" i="0" dirty="0">
              <a:solidFill>
                <a:srgbClr val="000000"/>
              </a:solidFill>
              <a:effectLst/>
              <a:latin typeface="Helvetica Neue"/>
            </a:rPr>
            <a:t> </a:t>
          </a:r>
          <a:r>
            <a:rPr lang="fr-FR" sz="1600" b="0" i="0" dirty="0">
              <a:solidFill>
                <a:srgbClr val="000000"/>
              </a:solidFill>
              <a:effectLst/>
              <a:latin typeface="Arial Black" panose="020B0A04020102020204" pitchFamily="34" charset="0"/>
            </a:rPr>
            <a:t>Identifier les contraintes</a:t>
          </a:r>
          <a:endParaRPr lang="fr-FR" sz="1600" dirty="0">
            <a:solidFill>
              <a:schemeClr val="tx1"/>
            </a:solidFill>
            <a:latin typeface="Arial Black" panose="020B0A04020102020204" pitchFamily="34" charset="0"/>
          </a:endParaRPr>
        </a:p>
      </dgm:t>
    </dgm:pt>
    <dgm:pt modelId="{FF2A777D-6BB6-4D27-A5AF-99463785E8FB}" type="parTrans" cxnId="{14D06C43-B814-437D-AA97-6F55C30DA72E}">
      <dgm:prSet/>
      <dgm:spPr/>
      <dgm:t>
        <a:bodyPr/>
        <a:lstStyle/>
        <a:p>
          <a:endParaRPr lang="fr-FR"/>
        </a:p>
      </dgm:t>
    </dgm:pt>
    <dgm:pt modelId="{F8327F08-089F-40C1-892D-C48DF9666323}" type="sibTrans" cxnId="{14D06C43-B814-437D-AA97-6F55C30DA72E}">
      <dgm:prSet/>
      <dgm:spPr/>
      <dgm:t>
        <a:bodyPr/>
        <a:lstStyle/>
        <a:p>
          <a:endParaRPr lang="fr-FR"/>
        </a:p>
      </dgm:t>
    </dgm:pt>
    <dgm:pt modelId="{A394034F-E9EB-471A-A9E7-407E0DA2A743}">
      <dgm:prSet custT="1"/>
      <dgm:spPr/>
      <dgm:t>
        <a:bodyPr/>
        <a:lstStyle/>
        <a:p>
          <a:pPr algn="l" rtl="0"/>
          <a:r>
            <a:rPr lang="fr-FR" sz="2000" b="1" dirty="0">
              <a:solidFill>
                <a:srgbClr val="FFC000"/>
              </a:solidFill>
              <a:latin typeface="Arial Black"/>
              <a:cs typeface="Times New Roman"/>
            </a:rPr>
            <a:t>IV. </a:t>
          </a:r>
          <a:r>
            <a:rPr lang="fr-FR" sz="1600" b="0" i="0" dirty="0">
              <a:solidFill>
                <a:srgbClr val="000000"/>
              </a:solidFill>
              <a:effectLst/>
              <a:latin typeface="Arial Black" panose="020B0A04020102020204" pitchFamily="34" charset="0"/>
            </a:rPr>
            <a:t>Préparer la base pour la conception algorithmique et les tests expérimentaux.</a:t>
          </a:r>
          <a:endParaRPr lang="fr-FR" sz="1600" b="1" dirty="0">
            <a:solidFill>
              <a:schemeClr val="tx1"/>
            </a:solidFill>
            <a:latin typeface="Arial Black" panose="020B0A04020102020204" pitchFamily="34" charset="0"/>
            <a:cs typeface="Times New Roman"/>
          </a:endParaRPr>
        </a:p>
      </dgm:t>
    </dgm:pt>
    <dgm:pt modelId="{04F6D0EF-1DA6-4F7D-8DA5-F76C5ACFE642}" type="parTrans" cxnId="{0B2CE248-5FA9-4B0F-BA41-CCE1FA4EE8F2}">
      <dgm:prSet/>
      <dgm:spPr/>
      <dgm:t>
        <a:bodyPr/>
        <a:lstStyle/>
        <a:p>
          <a:endParaRPr lang="fr-FR"/>
        </a:p>
      </dgm:t>
    </dgm:pt>
    <dgm:pt modelId="{BCEB8A9C-43FD-448B-A9A0-15C91BBE49A1}" type="sibTrans" cxnId="{0B2CE248-5FA9-4B0F-BA41-CCE1FA4EE8F2}">
      <dgm:prSet/>
      <dgm:spPr/>
      <dgm:t>
        <a:bodyPr/>
        <a:lstStyle/>
        <a:p>
          <a:endParaRPr lang="fr-FR"/>
        </a:p>
      </dgm:t>
    </dgm:pt>
    <dgm:pt modelId="{796BB4C2-19E6-4EEF-AFC5-914F608035CA}">
      <dgm:prSet phldr="0" custT="1"/>
      <dgm:spPr/>
      <dgm:t>
        <a:bodyPr/>
        <a:lstStyle/>
        <a:p>
          <a:pPr algn="l" rtl="0"/>
          <a:r>
            <a:rPr lang="fr-FR" sz="2000" b="1" dirty="0">
              <a:solidFill>
                <a:srgbClr val="FFC000"/>
              </a:solidFill>
              <a:latin typeface="Arial Black"/>
              <a:cs typeface="Times New Roman"/>
            </a:rPr>
            <a:t>V. </a:t>
          </a:r>
          <a:endParaRPr lang="fr-FR" sz="2000" b="1" dirty="0">
            <a:solidFill>
              <a:schemeClr val="tx1"/>
            </a:solidFill>
            <a:latin typeface="Arial Black"/>
            <a:cs typeface="Times New Roman"/>
          </a:endParaRPr>
        </a:p>
      </dgm:t>
    </dgm:pt>
    <dgm:pt modelId="{DDCD8DE5-1272-4D7C-8258-A1BF926D7620}" type="parTrans" cxnId="{EA8D2B1C-B24D-4169-B379-ECCB20E73520}">
      <dgm:prSet/>
      <dgm:spPr/>
      <dgm:t>
        <a:bodyPr/>
        <a:lstStyle/>
        <a:p>
          <a:endParaRPr lang="fr-FR"/>
        </a:p>
      </dgm:t>
    </dgm:pt>
    <dgm:pt modelId="{7A1765DC-C706-4F49-8B8F-3F95A6D4428E}" type="sibTrans" cxnId="{EA8D2B1C-B24D-4169-B379-ECCB20E73520}">
      <dgm:prSet/>
      <dgm:spPr/>
      <dgm:t>
        <a:bodyPr/>
        <a:lstStyle/>
        <a:p>
          <a:endParaRPr lang="fr-FR"/>
        </a:p>
      </dgm:t>
    </dgm:pt>
    <dgm:pt modelId="{4ACE6285-F829-4CA7-B7C6-DD0B55FCBD68}">
      <dgm:prSet phldr="0" custT="1"/>
      <dgm:spPr/>
      <dgm:t>
        <a:bodyPr/>
        <a:lstStyle/>
        <a:p>
          <a:pPr algn="l"/>
          <a:r>
            <a:rPr lang="fr-FR" sz="2000" b="1" dirty="0">
              <a:solidFill>
                <a:srgbClr val="FFC000"/>
              </a:solidFill>
              <a:latin typeface="Arial Black"/>
              <a:cs typeface="Times New Roman"/>
            </a:rPr>
            <a:t>VI. </a:t>
          </a:r>
          <a:r>
            <a:rPr lang="fr-FR" sz="1600" b="1" dirty="0">
              <a:solidFill>
                <a:schemeClr val="tx1"/>
              </a:solidFill>
              <a:latin typeface="Arial Black"/>
              <a:cs typeface="Times New Roman"/>
            </a:rPr>
            <a:t>Conclusion</a:t>
          </a:r>
        </a:p>
      </dgm:t>
    </dgm:pt>
    <dgm:pt modelId="{BEE40115-7668-4BA2-8254-49D0E424C2CB}" type="parTrans" cxnId="{41A66F74-BD86-4073-B293-5BD02062A255}">
      <dgm:prSet/>
      <dgm:spPr/>
      <dgm:t>
        <a:bodyPr/>
        <a:lstStyle/>
        <a:p>
          <a:endParaRPr lang="fr-FR"/>
        </a:p>
      </dgm:t>
    </dgm:pt>
    <dgm:pt modelId="{B6F47F3D-0291-43A9-91DC-6A20757C5585}" type="sibTrans" cxnId="{41A66F74-BD86-4073-B293-5BD02062A255}">
      <dgm:prSet/>
      <dgm:spPr/>
      <dgm:t>
        <a:bodyPr/>
        <a:lstStyle/>
        <a:p>
          <a:endParaRPr lang="fr-FR"/>
        </a:p>
      </dgm:t>
    </dgm:pt>
    <dgm:pt modelId="{16E41A0A-8665-7C4D-9894-44D7A3D1C609}" type="pres">
      <dgm:prSet presAssocID="{CA65E73D-1234-AA4F-85FF-B78E84B5C4B3}" presName="linear" presStyleCnt="0">
        <dgm:presLayoutVars>
          <dgm:animLvl val="lvl"/>
          <dgm:resizeHandles val="exact"/>
        </dgm:presLayoutVars>
      </dgm:prSet>
      <dgm:spPr/>
    </dgm:pt>
    <dgm:pt modelId="{F385E2A8-F0F1-FE42-8859-A382F8C68099}" type="pres">
      <dgm:prSet presAssocID="{F7B42ADF-64ED-3840-8752-86361041E9B4}" presName="parentText" presStyleLbl="node1" presStyleIdx="0" presStyleCnt="6" custLinFactNeighborY="-14758">
        <dgm:presLayoutVars>
          <dgm:chMax val="0"/>
          <dgm:bulletEnabled val="1"/>
        </dgm:presLayoutVars>
      </dgm:prSet>
      <dgm:spPr/>
    </dgm:pt>
    <dgm:pt modelId="{7C64248A-C713-4527-92B5-43FF6CD008B3}" type="pres">
      <dgm:prSet presAssocID="{9EBAEAB7-DC5C-B144-B1BF-C0A2F7EEAE82}" presName="spacer" presStyleCnt="0"/>
      <dgm:spPr/>
    </dgm:pt>
    <dgm:pt modelId="{60DFAC73-3D3D-4874-8A54-93F4B35F04C4}" type="pres">
      <dgm:prSet presAssocID="{5FA25195-5B27-5E45-880B-60225F2594A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3D7462B-6D09-4B76-AC94-62A4EA7726C0}" type="pres">
      <dgm:prSet presAssocID="{D2DD7808-C52F-5A40-AE17-DBC0DECE4BDD}" presName="spacer" presStyleCnt="0"/>
      <dgm:spPr/>
    </dgm:pt>
    <dgm:pt modelId="{845EE5F1-8F56-4274-8252-E8545B3CE970}" type="pres">
      <dgm:prSet presAssocID="{B3A5E52F-C4AA-40C4-98B5-6AE77AF1E8F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2DED45A-AFCE-4547-B93F-0C199D932F34}" type="pres">
      <dgm:prSet presAssocID="{F8327F08-089F-40C1-892D-C48DF9666323}" presName="spacer" presStyleCnt="0"/>
      <dgm:spPr/>
    </dgm:pt>
    <dgm:pt modelId="{14AB4E94-AB82-42E0-82D2-B78CC0506546}" type="pres">
      <dgm:prSet presAssocID="{A394034F-E9EB-471A-A9E7-407E0DA2A74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58ACB98-6A64-4833-8907-441456FBD03A}" type="pres">
      <dgm:prSet presAssocID="{BCEB8A9C-43FD-448B-A9A0-15C91BBE49A1}" presName="spacer" presStyleCnt="0"/>
      <dgm:spPr/>
    </dgm:pt>
    <dgm:pt modelId="{6849CEB7-D39F-43CD-AFC6-0E5B2E9EC7BA}" type="pres">
      <dgm:prSet presAssocID="{796BB4C2-19E6-4EEF-AFC5-914F608035C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1468340-26CD-4184-B1FE-5591D9FAB9D3}" type="pres">
      <dgm:prSet presAssocID="{7A1765DC-C706-4F49-8B8F-3F95A6D4428E}" presName="spacer" presStyleCnt="0"/>
      <dgm:spPr/>
    </dgm:pt>
    <dgm:pt modelId="{BA3319E0-6B90-4889-B212-4E1DE28EF057}" type="pres">
      <dgm:prSet presAssocID="{4ACE6285-F829-4CA7-B7C6-DD0B55FCBD6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A8D2B1C-B24D-4169-B379-ECCB20E73520}" srcId="{CA65E73D-1234-AA4F-85FF-B78E84B5C4B3}" destId="{796BB4C2-19E6-4EEF-AFC5-914F608035CA}" srcOrd="4" destOrd="0" parTransId="{DDCD8DE5-1272-4D7C-8258-A1BF926D7620}" sibTransId="{7A1765DC-C706-4F49-8B8F-3F95A6D4428E}"/>
    <dgm:cxn modelId="{9212F72E-D66F-4EFA-AEC8-367F72639939}" type="presOf" srcId="{5FA25195-5B27-5E45-880B-60225F2594AC}" destId="{60DFAC73-3D3D-4874-8A54-93F4B35F04C4}" srcOrd="0" destOrd="0" presId="urn:microsoft.com/office/officeart/2005/8/layout/vList2"/>
    <dgm:cxn modelId="{BF20E33E-F1BB-410A-9530-11A002C77CBD}" type="presOf" srcId="{A394034F-E9EB-471A-A9E7-407E0DA2A743}" destId="{14AB4E94-AB82-42E0-82D2-B78CC0506546}" srcOrd="0" destOrd="0" presId="urn:microsoft.com/office/officeart/2005/8/layout/vList2"/>
    <dgm:cxn modelId="{14D06C43-B814-437D-AA97-6F55C30DA72E}" srcId="{CA65E73D-1234-AA4F-85FF-B78E84B5C4B3}" destId="{B3A5E52F-C4AA-40C4-98B5-6AE77AF1E8F8}" srcOrd="2" destOrd="0" parTransId="{FF2A777D-6BB6-4D27-A5AF-99463785E8FB}" sibTransId="{F8327F08-089F-40C1-892D-C48DF9666323}"/>
    <dgm:cxn modelId="{0B2CE248-5FA9-4B0F-BA41-CCE1FA4EE8F2}" srcId="{CA65E73D-1234-AA4F-85FF-B78E84B5C4B3}" destId="{A394034F-E9EB-471A-A9E7-407E0DA2A743}" srcOrd="3" destOrd="0" parTransId="{04F6D0EF-1DA6-4F7D-8DA5-F76C5ACFE642}" sibTransId="{BCEB8A9C-43FD-448B-A9A0-15C91BBE49A1}"/>
    <dgm:cxn modelId="{41A66F74-BD86-4073-B293-5BD02062A255}" srcId="{CA65E73D-1234-AA4F-85FF-B78E84B5C4B3}" destId="{4ACE6285-F829-4CA7-B7C6-DD0B55FCBD68}" srcOrd="5" destOrd="0" parTransId="{BEE40115-7668-4BA2-8254-49D0E424C2CB}" sibTransId="{B6F47F3D-0291-43A9-91DC-6A20757C5585}"/>
    <dgm:cxn modelId="{7740487C-3B00-EA4C-BC96-14A08B52577F}" srcId="{CA65E73D-1234-AA4F-85FF-B78E84B5C4B3}" destId="{F7B42ADF-64ED-3840-8752-86361041E9B4}" srcOrd="0" destOrd="0" parTransId="{806519B0-F193-5445-AF42-3C3A94D27C7A}" sibTransId="{9EBAEAB7-DC5C-B144-B1BF-C0A2F7EEAE82}"/>
    <dgm:cxn modelId="{E61DD684-9715-433A-82DE-62F88434EBA3}" type="presOf" srcId="{F7B42ADF-64ED-3840-8752-86361041E9B4}" destId="{F385E2A8-F0F1-FE42-8859-A382F8C68099}" srcOrd="0" destOrd="0" presId="urn:microsoft.com/office/officeart/2005/8/layout/vList2"/>
    <dgm:cxn modelId="{F44DBD94-3FC4-4849-8D76-6B5E2CBB9C6E}" type="presOf" srcId="{4ACE6285-F829-4CA7-B7C6-DD0B55FCBD68}" destId="{BA3319E0-6B90-4889-B212-4E1DE28EF057}" srcOrd="0" destOrd="0" presId="urn:microsoft.com/office/officeart/2005/8/layout/vList2"/>
    <dgm:cxn modelId="{7F2BA2A5-16C8-5141-AFA7-0A77D662D5CE}" srcId="{CA65E73D-1234-AA4F-85FF-B78E84B5C4B3}" destId="{5FA25195-5B27-5E45-880B-60225F2594AC}" srcOrd="1" destOrd="0" parTransId="{14D05D91-7E86-C644-814D-7AEF9DA81701}" sibTransId="{D2DD7808-C52F-5A40-AE17-DBC0DECE4BDD}"/>
    <dgm:cxn modelId="{93E39CA8-4B72-4797-A75D-E9E7BB903853}" type="presOf" srcId="{B3A5E52F-C4AA-40C4-98B5-6AE77AF1E8F8}" destId="{845EE5F1-8F56-4274-8252-E8545B3CE970}" srcOrd="0" destOrd="0" presId="urn:microsoft.com/office/officeart/2005/8/layout/vList2"/>
    <dgm:cxn modelId="{E8AB91E6-AD17-4FF7-B438-02F6CDEC4276}" type="presOf" srcId="{796BB4C2-19E6-4EEF-AFC5-914F608035CA}" destId="{6849CEB7-D39F-43CD-AFC6-0E5B2E9EC7BA}" srcOrd="0" destOrd="0" presId="urn:microsoft.com/office/officeart/2005/8/layout/vList2"/>
    <dgm:cxn modelId="{A2627EEA-7076-A04D-B809-2BB63750A68B}" type="presOf" srcId="{CA65E73D-1234-AA4F-85FF-B78E84B5C4B3}" destId="{16E41A0A-8665-7C4D-9894-44D7A3D1C609}" srcOrd="0" destOrd="0" presId="urn:microsoft.com/office/officeart/2005/8/layout/vList2"/>
    <dgm:cxn modelId="{0C40CA4F-EE51-49F0-9F6C-473C285A20CF}" type="presParOf" srcId="{16E41A0A-8665-7C4D-9894-44D7A3D1C609}" destId="{F385E2A8-F0F1-FE42-8859-A382F8C68099}" srcOrd="0" destOrd="0" presId="urn:microsoft.com/office/officeart/2005/8/layout/vList2"/>
    <dgm:cxn modelId="{0A92CB7C-D81D-4CE1-9215-5488A576B768}" type="presParOf" srcId="{16E41A0A-8665-7C4D-9894-44D7A3D1C609}" destId="{7C64248A-C713-4527-92B5-43FF6CD008B3}" srcOrd="1" destOrd="0" presId="urn:microsoft.com/office/officeart/2005/8/layout/vList2"/>
    <dgm:cxn modelId="{7ADEEF09-666B-457A-B636-68AF006BEFCF}" type="presParOf" srcId="{16E41A0A-8665-7C4D-9894-44D7A3D1C609}" destId="{60DFAC73-3D3D-4874-8A54-93F4B35F04C4}" srcOrd="2" destOrd="0" presId="urn:microsoft.com/office/officeart/2005/8/layout/vList2"/>
    <dgm:cxn modelId="{25566387-1440-4DA9-9322-8C1A57C516E8}" type="presParOf" srcId="{16E41A0A-8665-7C4D-9894-44D7A3D1C609}" destId="{A3D7462B-6D09-4B76-AC94-62A4EA7726C0}" srcOrd="3" destOrd="0" presId="urn:microsoft.com/office/officeart/2005/8/layout/vList2"/>
    <dgm:cxn modelId="{CCBCF63E-A8FC-4321-883E-F5427A6EDDA3}" type="presParOf" srcId="{16E41A0A-8665-7C4D-9894-44D7A3D1C609}" destId="{845EE5F1-8F56-4274-8252-E8545B3CE970}" srcOrd="4" destOrd="0" presId="urn:microsoft.com/office/officeart/2005/8/layout/vList2"/>
    <dgm:cxn modelId="{E5BBD16F-62B9-4420-A96F-61EB7FD065B3}" type="presParOf" srcId="{16E41A0A-8665-7C4D-9894-44D7A3D1C609}" destId="{E2DED45A-AFCE-4547-B93F-0C199D932F34}" srcOrd="5" destOrd="0" presId="urn:microsoft.com/office/officeart/2005/8/layout/vList2"/>
    <dgm:cxn modelId="{470833CB-F5C8-4393-8828-11414535A03D}" type="presParOf" srcId="{16E41A0A-8665-7C4D-9894-44D7A3D1C609}" destId="{14AB4E94-AB82-42E0-82D2-B78CC0506546}" srcOrd="6" destOrd="0" presId="urn:microsoft.com/office/officeart/2005/8/layout/vList2"/>
    <dgm:cxn modelId="{DEB1F2B2-14A8-4E55-9EB2-D13B28C865E1}" type="presParOf" srcId="{16E41A0A-8665-7C4D-9894-44D7A3D1C609}" destId="{558ACB98-6A64-4833-8907-441456FBD03A}" srcOrd="7" destOrd="0" presId="urn:microsoft.com/office/officeart/2005/8/layout/vList2"/>
    <dgm:cxn modelId="{0C701F7E-5261-4237-B60C-860236116767}" type="presParOf" srcId="{16E41A0A-8665-7C4D-9894-44D7A3D1C609}" destId="{6849CEB7-D39F-43CD-AFC6-0E5B2E9EC7BA}" srcOrd="8" destOrd="0" presId="urn:microsoft.com/office/officeart/2005/8/layout/vList2"/>
    <dgm:cxn modelId="{1D199273-C27D-4EE1-AE02-AFAFACB8E4E3}" type="presParOf" srcId="{16E41A0A-8665-7C4D-9894-44D7A3D1C609}" destId="{61468340-26CD-4184-B1FE-5591D9FAB9D3}" srcOrd="9" destOrd="0" presId="urn:microsoft.com/office/officeart/2005/8/layout/vList2"/>
    <dgm:cxn modelId="{8C953D85-FE3B-42A4-87E8-83050C328B91}" type="presParOf" srcId="{16E41A0A-8665-7C4D-9894-44D7A3D1C609}" destId="{BA3319E0-6B90-4889-B212-4E1DE28EF05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5E2A8-F0F1-FE42-8859-A382F8C68099}">
      <dsp:nvSpPr>
        <dsp:cNvPr id="0" name=""/>
        <dsp:cNvSpPr/>
      </dsp:nvSpPr>
      <dsp:spPr>
        <a:xfrm>
          <a:off x="0" y="6310"/>
          <a:ext cx="9478296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rgbClr val="FFC000"/>
              </a:solidFill>
              <a:latin typeface="Arial Black"/>
              <a:cs typeface="Times New Roman"/>
            </a:rPr>
            <a:t>I.</a:t>
          </a:r>
          <a:r>
            <a:rPr lang="fr-FR" sz="2000" b="1" kern="1200" dirty="0">
              <a:latin typeface="Arial Black"/>
              <a:cs typeface="Times New Roman"/>
            </a:rPr>
            <a:t>  </a:t>
          </a:r>
          <a:r>
            <a:rPr lang="fr-FR" sz="1600" b="1" kern="1200" dirty="0">
              <a:latin typeface="Arial Black"/>
              <a:cs typeface="Times New Roman"/>
            </a:rPr>
            <a:t>Introduction</a:t>
          </a:r>
          <a:endParaRPr lang="fr-FR" sz="1600" kern="1200" dirty="0">
            <a:solidFill>
              <a:schemeClr val="tx1"/>
            </a:solidFill>
          </a:endParaRPr>
        </a:p>
      </dsp:txBody>
      <dsp:txXfrm>
        <a:off x="31070" y="37380"/>
        <a:ext cx="9416156" cy="574340"/>
      </dsp:txXfrm>
    </dsp:sp>
    <dsp:sp modelId="{60DFAC73-3D3D-4874-8A54-93F4B35F04C4}">
      <dsp:nvSpPr>
        <dsp:cNvPr id="0" name=""/>
        <dsp:cNvSpPr/>
      </dsp:nvSpPr>
      <dsp:spPr>
        <a:xfrm>
          <a:off x="0" y="755161"/>
          <a:ext cx="9478296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rgbClr val="FFC000"/>
              </a:solidFill>
              <a:latin typeface="Arial Black"/>
              <a:cs typeface="Times New Roman"/>
            </a:rPr>
            <a:t>II.</a:t>
          </a:r>
          <a:r>
            <a:rPr lang="fr-FR" sz="2000" b="1" kern="1200" dirty="0">
              <a:solidFill>
                <a:srgbClr val="FFC000"/>
              </a:solidFill>
              <a:latin typeface="Arial Black" panose="020B0A04020102020204" pitchFamily="34" charset="0"/>
              <a:cs typeface="Times New Roman"/>
            </a:rPr>
            <a:t> </a:t>
          </a:r>
          <a:r>
            <a:rPr lang="fr-FR" sz="1600" b="0" i="0" kern="1200" dirty="0">
              <a:solidFill>
                <a:srgbClr val="000000"/>
              </a:solidFill>
              <a:effectLst/>
              <a:latin typeface="Arial Black" panose="020B0A04020102020204" pitchFamily="34" charset="0"/>
            </a:rPr>
            <a:t>Définir une modélisation mathématique claire et rigoureuse du problème.</a:t>
          </a:r>
          <a:r>
            <a:rPr lang="fr-FR" sz="1600" b="1" kern="1200" dirty="0">
              <a:solidFill>
                <a:srgbClr val="FFC000"/>
              </a:solidFill>
              <a:latin typeface="Arial Black" panose="020B0A04020102020204" pitchFamily="34" charset="0"/>
              <a:cs typeface="Times New Roman"/>
            </a:rPr>
            <a:t> </a:t>
          </a:r>
          <a:endParaRPr lang="fr-FR" sz="1600" kern="1200" dirty="0">
            <a:solidFill>
              <a:schemeClr val="tx1"/>
            </a:solidFill>
            <a:latin typeface="Arial Black" panose="020B0A04020102020204" pitchFamily="34" charset="0"/>
            <a:cs typeface="Times New Roman"/>
          </a:endParaRPr>
        </a:p>
      </dsp:txBody>
      <dsp:txXfrm>
        <a:off x="31070" y="786231"/>
        <a:ext cx="9416156" cy="574340"/>
      </dsp:txXfrm>
    </dsp:sp>
    <dsp:sp modelId="{845EE5F1-8F56-4274-8252-E8545B3CE970}">
      <dsp:nvSpPr>
        <dsp:cNvPr id="0" name=""/>
        <dsp:cNvSpPr/>
      </dsp:nvSpPr>
      <dsp:spPr>
        <a:xfrm>
          <a:off x="0" y="1489561"/>
          <a:ext cx="9478296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rgbClr val="FFC000"/>
              </a:solidFill>
              <a:latin typeface="Arial Black"/>
              <a:cs typeface="Times New Roman"/>
            </a:rPr>
            <a:t>III.</a:t>
          </a:r>
          <a:r>
            <a:rPr lang="fr-FR" sz="2000" b="0" i="0" kern="1200" dirty="0">
              <a:solidFill>
                <a:srgbClr val="000000"/>
              </a:solidFill>
              <a:effectLst/>
              <a:latin typeface="Helvetica Neue"/>
            </a:rPr>
            <a:t> </a:t>
          </a:r>
          <a:r>
            <a:rPr lang="fr-FR" sz="1600" b="0" i="0" kern="1200" dirty="0">
              <a:solidFill>
                <a:srgbClr val="000000"/>
              </a:solidFill>
              <a:effectLst/>
              <a:latin typeface="Arial Black" panose="020B0A04020102020204" pitchFamily="34" charset="0"/>
            </a:rPr>
            <a:t>Identifier les contraintes</a:t>
          </a:r>
          <a:endParaRPr lang="fr-FR" sz="1600" kern="1200" dirty="0">
            <a:solidFill>
              <a:schemeClr val="tx1"/>
            </a:solidFill>
            <a:latin typeface="Arial Black" panose="020B0A04020102020204" pitchFamily="34" charset="0"/>
          </a:endParaRPr>
        </a:p>
      </dsp:txBody>
      <dsp:txXfrm>
        <a:off x="31070" y="1520631"/>
        <a:ext cx="9416156" cy="574340"/>
      </dsp:txXfrm>
    </dsp:sp>
    <dsp:sp modelId="{14AB4E94-AB82-42E0-82D2-B78CC0506546}">
      <dsp:nvSpPr>
        <dsp:cNvPr id="0" name=""/>
        <dsp:cNvSpPr/>
      </dsp:nvSpPr>
      <dsp:spPr>
        <a:xfrm>
          <a:off x="0" y="2223961"/>
          <a:ext cx="9478296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rgbClr val="FFC000"/>
              </a:solidFill>
              <a:latin typeface="Arial Black"/>
              <a:cs typeface="Times New Roman"/>
            </a:rPr>
            <a:t>IV. </a:t>
          </a:r>
          <a:r>
            <a:rPr lang="fr-FR" sz="1600" b="0" i="0" kern="1200" dirty="0">
              <a:solidFill>
                <a:srgbClr val="000000"/>
              </a:solidFill>
              <a:effectLst/>
              <a:latin typeface="Arial Black" panose="020B0A04020102020204" pitchFamily="34" charset="0"/>
            </a:rPr>
            <a:t>Préparer la base pour la conception algorithmique et les tests expérimentaux.</a:t>
          </a:r>
          <a:endParaRPr lang="fr-FR" sz="1600" b="1" kern="1200" dirty="0">
            <a:solidFill>
              <a:schemeClr val="tx1"/>
            </a:solidFill>
            <a:latin typeface="Arial Black" panose="020B0A04020102020204" pitchFamily="34" charset="0"/>
            <a:cs typeface="Times New Roman"/>
          </a:endParaRPr>
        </a:p>
      </dsp:txBody>
      <dsp:txXfrm>
        <a:off x="31070" y="2255031"/>
        <a:ext cx="9416156" cy="574340"/>
      </dsp:txXfrm>
    </dsp:sp>
    <dsp:sp modelId="{6849CEB7-D39F-43CD-AFC6-0E5B2E9EC7BA}">
      <dsp:nvSpPr>
        <dsp:cNvPr id="0" name=""/>
        <dsp:cNvSpPr/>
      </dsp:nvSpPr>
      <dsp:spPr>
        <a:xfrm>
          <a:off x="0" y="2958361"/>
          <a:ext cx="9478296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rgbClr val="FFC000"/>
              </a:solidFill>
              <a:latin typeface="Arial Black"/>
              <a:cs typeface="Times New Roman"/>
            </a:rPr>
            <a:t>V. </a:t>
          </a:r>
          <a:endParaRPr lang="fr-FR" sz="2000" b="1" kern="1200" dirty="0">
            <a:solidFill>
              <a:schemeClr val="tx1"/>
            </a:solidFill>
            <a:latin typeface="Arial Black"/>
            <a:cs typeface="Times New Roman"/>
          </a:endParaRPr>
        </a:p>
      </dsp:txBody>
      <dsp:txXfrm>
        <a:off x="31070" y="2989431"/>
        <a:ext cx="9416156" cy="574340"/>
      </dsp:txXfrm>
    </dsp:sp>
    <dsp:sp modelId="{BA3319E0-6B90-4889-B212-4E1DE28EF057}">
      <dsp:nvSpPr>
        <dsp:cNvPr id="0" name=""/>
        <dsp:cNvSpPr/>
      </dsp:nvSpPr>
      <dsp:spPr>
        <a:xfrm>
          <a:off x="0" y="3692762"/>
          <a:ext cx="9478296" cy="636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rgbClr val="FFC000"/>
              </a:solidFill>
              <a:latin typeface="Arial Black"/>
              <a:cs typeface="Times New Roman"/>
            </a:rPr>
            <a:t>VI. </a:t>
          </a:r>
          <a:r>
            <a:rPr lang="fr-FR" sz="1600" b="1" kern="1200" dirty="0">
              <a:solidFill>
                <a:schemeClr val="tx1"/>
              </a:solidFill>
              <a:latin typeface="Arial Black"/>
              <a:cs typeface="Times New Roman"/>
            </a:rPr>
            <a:t>Conclusion</a:t>
          </a:r>
        </a:p>
      </dsp:txBody>
      <dsp:txXfrm>
        <a:off x="31070" y="3723832"/>
        <a:ext cx="9416156" cy="5743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EDE53-3817-4768-B8F2-9945242F1DF0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C3FDDA-EA10-42CF-9AB9-EDF9C2F4D6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585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06AE5-5A4D-47A3-9F5D-8AAD8759441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329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B8AEDD-1B37-5ECF-9E78-9E992CD02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4132B93-6824-7726-AB5C-755D22C6B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83936E-AB25-9CB0-AA20-8B9E4F0A1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348B39-661E-433B-2079-55483907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CE1265-DF3A-B197-30A8-A6F8D5C5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481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2D48DB-1CF2-6E2E-222B-C6D7B4982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E3A1AD-7DE9-61EC-4099-7A1101DF8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607BF0-F7E0-5E8B-4AD5-1AEC1041E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7B22B6-2CE9-5871-A6D9-7D0C00887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854435-625F-AB23-757D-B5377CEB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518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C9496F-F5DB-65D2-8FD8-50F9A2466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C8CAE8-4A2E-322D-4426-4FBC9E7F8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D020D0-3BFB-2054-387C-4A46D112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E44A0D-5650-2929-DDD6-CDB779FD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1544D3-E570-9C0A-ADDB-F1D7B0C0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79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C8F951-575B-6B46-0A8F-AD6A834F5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3B8B3C-BA03-C168-5208-72D8A94E9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95D7A1-837F-CC5D-C7CD-3F6A8F57C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0DE457-80E5-C45D-4BBE-A34854D0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B09BF6-322D-9DC5-317D-D46BA4E1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3A303A-29AB-292D-92F5-D3323798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31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671A21-6097-FC27-5E87-D9EFF7C7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58000D-E984-3B17-E358-4A897A9E0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CCE470-EF6A-A1FE-D028-63576424E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ED82AAC-3717-7729-5DBC-323A6766F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C48B00F-401A-3E5B-5192-2C57C35A2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BCF0A68-4CE8-A9A7-CA07-4004F049B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05B549D-DF36-F834-A9F4-48306D61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85E819-01DB-B090-157B-22B5635F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954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D6B2CB-76DB-A76B-77CE-F8E85B531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FC8CAFA-2518-96E0-A537-89C447434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B31ED8-D7D6-15FA-463C-976249B2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E1A0A6-6BE3-A7A6-8E4B-84E042AF2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870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B9F2020-D48C-F7C6-AF6E-238BAF73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4968B8F-7FFD-C24E-975C-4C157A2F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8C4251-F65C-2206-940D-091B4A57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614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1F0D06-F40B-B179-BD4B-32A6182ED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41376E-4E4D-7FDB-F8F3-1E125FE95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6E7087-5CC7-8ABC-F301-D062FDABC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BF1F80-6CD6-91EE-55A7-CEF652F9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924772-F06C-582F-E352-D0DC7D02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409F13-0F89-50F9-4818-D5D94AC65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93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9B142D-6D6D-5C52-8DA8-DBAB5B01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A8BA770-7727-86C3-7911-6DB4347E7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643E3B-0749-6AB2-742F-66F97A007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B5789F-DFFD-169C-F2B5-0883DE2F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DDA340-FEBE-ED40-3D95-1CB1990E0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1DAB54-FF27-62BE-80B9-58CF1665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289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AB01D3-FE9C-2911-BE7B-3B0D75FD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D878039-0293-9AC0-1279-B7E9C30B2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1C50F8-83C3-C09A-E03D-61818563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02B227-1FEC-7FD0-6628-ADC054C2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C4D883-5B40-DB2B-D42D-BB5895AC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48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697F43F-AF22-9FB0-7DEE-03AF75F80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2933FB9-E6D6-50D8-3329-77E151FD0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E25BFD-8A71-6496-6294-A49A83CE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E83D30-64FB-48BE-D30A-9BFB932A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C7943E-35C5-7356-7A7B-B9CC395E7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752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4FA81DB-4410-744D-722D-038077C6A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A81577-0614-C96F-52BC-1D68AFA8C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3F469F-6103-6F28-4087-2B0FC96F4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1515E-7511-457A-84BE-A948DAF5FACE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739B50-D2E7-EBD3-2BB4-086CE5254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4F33E6-DC5C-3E27-3B07-78E69344A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C3EE8-3675-4828-A786-260878C809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969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C4F9EC-7234-0777-C7BD-3A0559806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885" y="460084"/>
            <a:ext cx="9144000" cy="1285443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Arial Black" panose="020B0A04020102020204" pitchFamily="34" charset="0"/>
              </a:rPr>
              <a:t>Projet ADEME : optimisation de tournées de livraisons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DC568-EECE-4C9E-1891-96478716E471}"/>
              </a:ext>
            </a:extLst>
          </p:cNvPr>
          <p:cNvSpPr/>
          <p:nvPr/>
        </p:nvSpPr>
        <p:spPr>
          <a:xfrm>
            <a:off x="0" y="0"/>
            <a:ext cx="143969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Aucune description de photo disponible.">
            <a:extLst>
              <a:ext uri="{FF2B5EF4-FFF2-40B4-BE49-F238E27FC236}">
                <a16:creationId xmlns:a16="http://schemas.microsoft.com/office/drawing/2014/main" id="{EF08164D-F0A2-9E12-E53A-8161ABEC8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86" t="25080" r="11973" b="26234"/>
          <a:stretch>
            <a:fillRect/>
          </a:stretch>
        </p:blipFill>
        <p:spPr bwMode="auto">
          <a:xfrm>
            <a:off x="140392" y="1102806"/>
            <a:ext cx="1537398" cy="9947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D16B2CDB-A926-7C29-0899-6D7781B0F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391" y="4760408"/>
            <a:ext cx="2543815" cy="1129115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fr-FR" sz="1800" dirty="0">
                <a:latin typeface="Arial Black" panose="020B0A04020102020204" pitchFamily="34" charset="0"/>
              </a:rPr>
              <a:t>Colin ADJAGBA</a:t>
            </a:r>
          </a:p>
          <a:p>
            <a:r>
              <a:rPr lang="fr-FR" sz="1800" dirty="0">
                <a:latin typeface="Arial Black" panose="020B0A04020102020204" pitchFamily="34" charset="0"/>
              </a:rPr>
              <a:t>Jennifer </a:t>
            </a:r>
          </a:p>
          <a:p>
            <a:r>
              <a:rPr lang="fr-FR" sz="1800" dirty="0">
                <a:latin typeface="Arial Black" panose="020B0A04020102020204" pitchFamily="34" charset="0"/>
              </a:rPr>
              <a:t>Achille BARUCQ</a:t>
            </a:r>
          </a:p>
        </p:txBody>
      </p:sp>
      <p:pic>
        <p:nvPicPr>
          <p:cNvPr id="1026" name="Picture 2" descr="Algorithme de Recherche : Dijkstra">
            <a:extLst>
              <a:ext uri="{FF2B5EF4-FFF2-40B4-BE49-F238E27FC236}">
                <a16:creationId xmlns:a16="http://schemas.microsoft.com/office/drawing/2014/main" id="{70453565-539A-4F36-05A5-A9CA0F344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206" y="1870671"/>
            <a:ext cx="8079424" cy="424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003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A4BCFA0-52B7-98BC-E705-1DBB1AB8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0C8E-7CDF-2F4A-BF1D-74B9446C03B1}" type="slidenum">
              <a:rPr lang="fr-FR" smtClean="0"/>
              <a:t>2</a:t>
            </a:fld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EAE27A-705A-5E6A-C49D-4F5B69B96A08}"/>
              </a:ext>
            </a:extLst>
          </p:cNvPr>
          <p:cNvSpPr/>
          <p:nvPr/>
        </p:nvSpPr>
        <p:spPr>
          <a:xfrm>
            <a:off x="0" y="0"/>
            <a:ext cx="143969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9BB2564-55F4-F255-D830-E8F20ED5549B}"/>
              </a:ext>
            </a:extLst>
          </p:cNvPr>
          <p:cNvSpPr txBox="1"/>
          <p:nvPr/>
        </p:nvSpPr>
        <p:spPr>
          <a:xfrm>
            <a:off x="3789052" y="136525"/>
            <a:ext cx="4613897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4000" dirty="0">
                <a:latin typeface="Arial Black"/>
              </a:rPr>
              <a:t>Sommaire</a:t>
            </a:r>
            <a:endParaRPr lang="fr-FR" sz="4000" dirty="0">
              <a:latin typeface="Arial Black" panose="020B0A04020102020204" pitchFamily="34" charset="0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B91C1A0E-C81D-916B-3522-7705C6973D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1188162"/>
              </p:ext>
            </p:extLst>
          </p:nvPr>
        </p:nvGraphicFramePr>
        <p:xfrm>
          <a:off x="1700981" y="1569015"/>
          <a:ext cx="9478296" cy="4350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F549EC1B-8CD3-1946-7EB3-882C47393789}"/>
              </a:ext>
            </a:extLst>
          </p:cNvPr>
          <p:cNvCxnSpPr>
            <a:cxnSpLocks/>
          </p:cNvCxnSpPr>
          <p:nvPr/>
        </p:nvCxnSpPr>
        <p:spPr>
          <a:xfrm>
            <a:off x="3853954" y="815457"/>
            <a:ext cx="4484092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940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524E-0025-15F1-2DE5-B40226A2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1D370EF0-D94C-DFBE-4AFE-398B7399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0C8E-7CDF-2F4A-BF1D-74B9446C03B1}" type="slidenum">
              <a:rPr lang="fr-FR" smtClean="0"/>
              <a:t>3</a:t>
            </a:fld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9835988-6117-306B-982F-5F5BB58EDF17}"/>
              </a:ext>
            </a:extLst>
          </p:cNvPr>
          <p:cNvSpPr txBox="1"/>
          <p:nvPr/>
        </p:nvSpPr>
        <p:spPr>
          <a:xfrm>
            <a:off x="215388" y="64460"/>
            <a:ext cx="786790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3600" b="1" dirty="0">
                <a:solidFill>
                  <a:srgbClr val="FFC000"/>
                </a:solidFill>
                <a:latin typeface="Arial Black"/>
                <a:cs typeface="Times New Roman"/>
              </a:rPr>
              <a:t>I. Introduction</a:t>
            </a:r>
            <a:endParaRPr lang="fr-FR" sz="3600" b="1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5BEB6864-287E-A7B4-CAE9-DC7824E8F4F6}"/>
              </a:ext>
            </a:extLst>
          </p:cNvPr>
          <p:cNvCxnSpPr>
            <a:cxnSpLocks/>
          </p:cNvCxnSpPr>
          <p:nvPr/>
        </p:nvCxnSpPr>
        <p:spPr>
          <a:xfrm>
            <a:off x="215388" y="970247"/>
            <a:ext cx="7675123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1B01FBAC-F844-CD49-D608-CA3B9731FA5B}"/>
              </a:ext>
            </a:extLst>
          </p:cNvPr>
          <p:cNvSpPr txBox="1"/>
          <p:nvPr/>
        </p:nvSpPr>
        <p:spPr>
          <a:xfrm>
            <a:off x="807918" y="4351595"/>
            <a:ext cx="10576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Problématique : </a:t>
            </a:r>
            <a:r>
              <a:rPr lang="fr-FR" dirty="0">
                <a:solidFill>
                  <a:srgbClr val="FF0000"/>
                </a:solidFill>
              </a:rPr>
              <a:t>Comment planifier efficacement des tournées de livraison afin de minimiser les distances parcourues et les émissions de CO₂, tout en respectant les contraintes de créneaux horaires et la variation du trafic au cours de la journée ?</a:t>
            </a:r>
          </a:p>
        </p:txBody>
      </p:sp>
      <p:pic>
        <p:nvPicPr>
          <p:cNvPr id="2050" name="Picture 2" descr="Accueil - Agence de la transition écologique">
            <a:extLst>
              <a:ext uri="{FF2B5EF4-FFF2-40B4-BE49-F238E27FC236}">
                <a16:creationId xmlns:a16="http://schemas.microsoft.com/office/drawing/2014/main" id="{772EB6AB-FFA2-FB94-B683-89BC6148D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875" y="1146089"/>
            <a:ext cx="2570249" cy="302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713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5A87F-2585-4258-975E-4BDBB748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C653DA4-B005-F4FD-7D6D-CB3313838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0C8E-7CDF-2F4A-BF1D-74B9446C03B1}" type="slidenum">
              <a:rPr lang="fr-FR" smtClean="0"/>
              <a:t>4</a:t>
            </a:fld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ACD7474-0271-E18A-86F4-EBD5C5DCEF68}"/>
              </a:ext>
            </a:extLst>
          </p:cNvPr>
          <p:cNvSpPr txBox="1"/>
          <p:nvPr/>
        </p:nvSpPr>
        <p:spPr>
          <a:xfrm>
            <a:off x="215388" y="64460"/>
            <a:ext cx="786790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3600" b="1" dirty="0">
                <a:solidFill>
                  <a:srgbClr val="FFC000"/>
                </a:solidFill>
                <a:latin typeface="Arial Black"/>
                <a:cs typeface="Times New Roman"/>
              </a:rPr>
              <a:t>II. Modélisation mathématique</a:t>
            </a:r>
            <a:endParaRPr lang="fr-FR" sz="3600" b="1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7780853-21A8-C23C-E7CB-B44408346CEB}"/>
              </a:ext>
            </a:extLst>
          </p:cNvPr>
          <p:cNvCxnSpPr>
            <a:cxnSpLocks/>
          </p:cNvCxnSpPr>
          <p:nvPr/>
        </p:nvCxnSpPr>
        <p:spPr>
          <a:xfrm>
            <a:off x="215388" y="970247"/>
            <a:ext cx="7675123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38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B0666-A57A-BA61-FE21-D813F7B1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DC25080-3E49-3673-ED3D-9E0996E54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B0C8E-7CDF-2F4A-BF1D-74B9446C03B1}" type="slidenum">
              <a:rPr lang="fr-FR" smtClean="0"/>
              <a:t>5</a:t>
            </a:fld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8FC1B95-0D29-5325-12CB-BEB3AF6F7B8F}"/>
              </a:ext>
            </a:extLst>
          </p:cNvPr>
          <p:cNvSpPr txBox="1"/>
          <p:nvPr/>
        </p:nvSpPr>
        <p:spPr>
          <a:xfrm>
            <a:off x="215388" y="64460"/>
            <a:ext cx="786790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3600" b="1" dirty="0">
                <a:solidFill>
                  <a:srgbClr val="FFC000"/>
                </a:solidFill>
                <a:latin typeface="Arial Black"/>
                <a:cs typeface="Times New Roman"/>
              </a:rPr>
              <a:t>III. Identifier les contraintes</a:t>
            </a:r>
            <a:endParaRPr lang="fr-FR" sz="3600" b="1" dirty="0">
              <a:solidFill>
                <a:srgbClr val="FFC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D4A26CE-6137-68AC-F6D2-39E95DC05C07}"/>
              </a:ext>
            </a:extLst>
          </p:cNvPr>
          <p:cNvCxnSpPr>
            <a:cxnSpLocks/>
          </p:cNvCxnSpPr>
          <p:nvPr/>
        </p:nvCxnSpPr>
        <p:spPr>
          <a:xfrm>
            <a:off x="215388" y="970247"/>
            <a:ext cx="7675123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02745F11-6096-3B9A-453F-CDF89A007252}"/>
              </a:ext>
            </a:extLst>
          </p:cNvPr>
          <p:cNvSpPr txBox="1"/>
          <p:nvPr/>
        </p:nvSpPr>
        <p:spPr>
          <a:xfrm>
            <a:off x="1444324" y="2091215"/>
            <a:ext cx="89360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  <a:cs typeface="Arial" panose="020B0604020202020204" pitchFamily="34" charset="0"/>
              </a:rPr>
              <a:t>-</a:t>
            </a:r>
            <a:r>
              <a:rPr lang="fr-FR" b="1" dirty="0"/>
              <a:t>Fenêtres temporelles</a:t>
            </a:r>
            <a:r>
              <a:rPr lang="fr-FR" dirty="0"/>
              <a:t> : chaque client doit être livré dans un créneau horaire spécifique. 	Les livraisons hors de ce créneau sont interdites, mais le véhicule peut attendre 	sur place jusqu’à l’ouverture de la fenêtre.</a:t>
            </a:r>
          </a:p>
          <a:p>
            <a:endParaRPr lang="fr-FR" dirty="0"/>
          </a:p>
          <a:p>
            <a:endParaRPr lang="fr-FR" dirty="0"/>
          </a:p>
          <a:p>
            <a:r>
              <a:rPr lang="fr-FR" b="1" dirty="0"/>
              <a:t>-Trafic dynamique</a:t>
            </a:r>
            <a:r>
              <a:rPr lang="fr-FR" dirty="0"/>
              <a:t> : les temps de trajet varient selon des tranches horaires prédéfinies 	(matin, midi, soir) afin de représenter les fluctuations de circulation.</a:t>
            </a:r>
          </a:p>
          <a:p>
            <a:endParaRPr lang="fr-FR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9819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180</Words>
  <Application>Microsoft Office PowerPoint</Application>
  <PresentationFormat>Grand écran</PresentationFormat>
  <Paragraphs>24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Helvetica Neue</vt:lpstr>
      <vt:lpstr>Aptos</vt:lpstr>
      <vt:lpstr>Aptos Display</vt:lpstr>
      <vt:lpstr>Arial</vt:lpstr>
      <vt:lpstr>Arial Black</vt:lpstr>
      <vt:lpstr>Thème Office</vt:lpstr>
      <vt:lpstr>Projet ADEME : optimisation de tournées de livraisons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BARUCQ ACHILLE</dc:creator>
  <cp:lastModifiedBy>BARUCQ ACHILLE</cp:lastModifiedBy>
  <cp:revision>1</cp:revision>
  <dcterms:created xsi:type="dcterms:W3CDTF">2025-11-04T08:07:14Z</dcterms:created>
  <dcterms:modified xsi:type="dcterms:W3CDTF">2025-11-04T08:49:53Z</dcterms:modified>
</cp:coreProperties>
</file>